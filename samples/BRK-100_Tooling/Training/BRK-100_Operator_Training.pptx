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operator where the spare dowel pins are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BRK-100 Operator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Assembly tools and how to use them - Cell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FX-201 Locating Fixture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Holds bracket BRK-100 on two D8 dowel pins</a:t>
            </a:r>
          </a:p>
          <a:p>
            <a:r>
              <a:t>Check the pins every shift - a bent pin gives a crooked bushing</a:t>
            </a:r>
          </a:p>
          <a:p>
            <a:r>
              <a:t>Use the finger slots to lift the part out, never a screwdriver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PT-301 Bushing Press Punch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 D10.02 guides bushing BU-12 straight into the bore</a:t>
            </a:r>
          </a:p>
          <a:p>
            <a:r>
              <a:t>Press with AP-501 until the shoulder seats - do not exceed 4 kN</a:t>
            </a:r>
          </a:p>
          <a:p>
            <a:r>
              <a:t>Worn pilot = loose bushings (NCR-0042). Pilot is checked weekly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GA-401 Go/No-Go Pin Gauge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end D10.00 must enter the bore freely</a:t>
            </a:r>
          </a:p>
          <a:p>
            <a:r>
              <a:t>NO-GO end D10.05 (groove on handle) must NOT enter</a:t>
            </a:r>
          </a:p>
          <a:p>
            <a:r>
              <a:t>Record every check in the inspection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TW-101 Torque Wrench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to 9.5 Nm for the M6 screws SC-616</a:t>
            </a:r>
          </a:p>
          <a:p>
            <a:r>
              <a:t>Tighten in a cross pattern, stop at the first click</a:t>
            </a:r>
          </a:p>
          <a:p>
            <a:r>
              <a:t>Return the setting to 2 Nm after the shift to protect the spring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Pressing the bushing without the part seated on both dowel pins</a:t>
            </a:r>
          </a:p>
          <a:p>
            <a:r>
              <a:t>Using the NO-GO end first and forcing it into the bore</a:t>
            </a:r>
          </a:p>
          <a:p>
            <a:r>
              <a:t>Torque wrench TW-101 left at a high setting overnight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